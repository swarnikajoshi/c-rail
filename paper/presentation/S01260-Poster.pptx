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3" r:id="rId2"/>
  </p:sldIdLst>
  <p:sldSz cx="29303663" cy="42803763"/>
  <p:notesSz cx="31954788" cy="50149125"/>
  <p:embeddedFontLst>
    <p:embeddedFont>
      <p:font typeface="Libre Baskerville" panose="02000000000000000000" pitchFamily="2" charset="0"/>
      <p:regular r:id="rId5"/>
      <p:bold r:id="rId6"/>
      <p:italic r:id="rId7"/>
    </p:embeddedFont>
    <p:embeddedFont>
      <p:font typeface="Montserrat Light" panose="00000400000000000000" pitchFamily="2" charset="77"/>
      <p:regular r:id="rId8"/>
      <p:italic r:id="rId9"/>
    </p:embeddedFont>
  </p:embeddedFontLst>
  <p:custDataLst>
    <p:tags r:id="rId1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64" userDrawn="1">
          <p15:clr>
            <a:srgbClr val="A4A3A4"/>
          </p15:clr>
        </p15:guide>
        <p15:guide id="2" orient="horz" pos="7323" userDrawn="1">
          <p15:clr>
            <a:srgbClr val="A4A3A4"/>
          </p15:clr>
        </p15:guide>
        <p15:guide id="3" orient="horz" pos="4594" userDrawn="1">
          <p15:clr>
            <a:srgbClr val="A4A3A4"/>
          </p15:clr>
        </p15:guide>
        <p15:guide id="4" orient="horz" pos="8122" userDrawn="1">
          <p15:clr>
            <a:srgbClr val="A4A3A4"/>
          </p15:clr>
        </p15:guide>
        <p15:guide id="5" pos="481" userDrawn="1">
          <p15:clr>
            <a:srgbClr val="A4A3A4"/>
          </p15:clr>
        </p15:guide>
        <p15:guide id="6" pos="4615" userDrawn="1">
          <p15:clr>
            <a:srgbClr val="A4A3A4"/>
          </p15:clr>
        </p15:guide>
        <p15:guide id="7" pos="4935" userDrawn="1">
          <p15:clr>
            <a:srgbClr val="A4A3A4"/>
          </p15:clr>
        </p15:guide>
        <p15:guide id="8" pos="9069" userDrawn="1">
          <p15:clr>
            <a:srgbClr val="A4A3A4"/>
          </p15:clr>
        </p15:guide>
        <p15:guide id="9" pos="9390" userDrawn="1">
          <p15:clr>
            <a:srgbClr val="A4A3A4"/>
          </p15:clr>
        </p15:guide>
        <p15:guide id="10" pos="13524" userDrawn="1">
          <p15:clr>
            <a:srgbClr val="A4A3A4"/>
          </p15:clr>
        </p15:guide>
        <p15:guide id="11" pos="13844" userDrawn="1">
          <p15:clr>
            <a:srgbClr val="A4A3A4"/>
          </p15:clr>
        </p15:guide>
        <p15:guide id="12" pos="179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795">
          <p15:clr>
            <a:srgbClr val="A4A3A4"/>
          </p15:clr>
        </p15:guide>
        <p15:guide id="2" pos="10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8AC8"/>
    <a:srgbClr val="006600"/>
    <a:srgbClr val="C5E0B4"/>
    <a:srgbClr val="385623"/>
    <a:srgbClr val="235078"/>
    <a:srgbClr val="00C0FA"/>
    <a:srgbClr val="1482A5"/>
    <a:srgbClr val="DCE1C8"/>
    <a:srgbClr val="EAEAEA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76" autoAdjust="0"/>
    <p:restoredTop sz="94660" autoAdjust="0"/>
  </p:normalViewPr>
  <p:slideViewPr>
    <p:cSldViewPr>
      <p:cViewPr>
        <p:scale>
          <a:sx n="23" d="100"/>
          <a:sy n="23" d="100"/>
        </p:scale>
        <p:origin x="2760" y="520"/>
      </p:cViewPr>
      <p:guideLst>
        <p:guide orient="horz" pos="25964"/>
        <p:guide orient="horz" pos="7323"/>
        <p:guide orient="horz" pos="4594"/>
        <p:guide orient="horz" pos="8122"/>
        <p:guide pos="481"/>
        <p:guide pos="4615"/>
        <p:guide pos="4935"/>
        <p:guide pos="9069"/>
        <p:guide pos="9390"/>
        <p:guide pos="13524"/>
        <p:guide pos="13844"/>
        <p:guide pos="179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17" d="100"/>
          <a:sy n="17" d="100"/>
        </p:scale>
        <p:origin x="4416" y="178"/>
      </p:cViewPr>
      <p:guideLst>
        <p:guide orient="horz" pos="15795"/>
        <p:guide pos="1006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4508500">
              <a:defRPr sz="6000"/>
            </a:lvl1pPr>
          </a:lstStyle>
          <a:p>
            <a:pPr>
              <a:defRPr/>
            </a:pPr>
            <a:fld id="{440C443C-8022-4F5D-8F2E-5133654FC91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92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58325" y="3757613"/>
            <a:ext cx="12836525" cy="1874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137025" y="24004588"/>
            <a:ext cx="23456900" cy="2251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</a:lstStyle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4508500">
              <a:defRPr sz="6000"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0028" tIns="225014" rIns="450028" bIns="225014" anchor="b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4508500">
              <a:defRPr sz="6000"/>
            </a:lvl1pPr>
          </a:lstStyle>
          <a:p>
            <a:pPr>
              <a:defRPr/>
            </a:pPr>
            <a:fld id="{42207482-9F38-4AF6-9B91-768DCEDA59A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0799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 smtId="4294967295"/>
            </a:defPPr>
            <a:lvl1pPr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45085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45085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842B0325-ACC9-488E-8876-C4E9E3B68AD8}" type="slidenum">
              <a:rPr lang="en-AU" sz="6000" smtClean="0"/>
              <a:t>1</a:t>
            </a:fld>
            <a:endParaRPr lang="en-AU" sz="60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458325" y="3757613"/>
            <a:ext cx="12836525" cy="18748375"/>
          </a:xfrm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 smtId="4294967295"/>
            </a:defPPr>
          </a:lstStyle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7965" y="13297736"/>
            <a:ext cx="24907738" cy="9173414"/>
          </a:xfr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95927" y="24254640"/>
            <a:ext cx="20511810" cy="10940391"/>
          </a:xfrm>
        </p:spPr>
        <p:txBody>
          <a:bodyPr/>
          <a:lstStyle>
            <a:defPPr>
              <a:defRPr kern="1200" smtId="4294967295"/>
            </a:defPPr>
            <a:lvl1pPr marL="0" indent="0" algn="ctr">
              <a:buNone/>
              <a:defRPr/>
            </a:lvl1pPr>
            <a:lvl2pPr marL="594534" indent="0" algn="ctr">
              <a:buNone/>
              <a:defRPr/>
            </a:lvl2pPr>
            <a:lvl3pPr marL="1189066" indent="0" algn="ctr">
              <a:buNone/>
              <a:defRPr/>
            </a:lvl3pPr>
            <a:lvl4pPr marL="1783599" indent="0" algn="ctr">
              <a:buNone/>
              <a:defRPr/>
            </a:lvl4pPr>
            <a:lvl5pPr marL="2378133" indent="0" algn="ctr">
              <a:buNone/>
              <a:defRPr/>
            </a:lvl5pPr>
            <a:lvl6pPr marL="2972667" indent="0" algn="ctr">
              <a:buNone/>
              <a:defRPr/>
            </a:lvl6pPr>
            <a:lvl7pPr marL="3567200" indent="0" algn="ctr">
              <a:buNone/>
              <a:defRPr/>
            </a:lvl7pPr>
            <a:lvl8pPr marL="4161732" indent="0" algn="ctr">
              <a:buNone/>
              <a:defRPr/>
            </a:lvl8pPr>
            <a:lvl9pPr marL="475626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0DA66E67-F948-4693-96A5-27BC239C04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2258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0EC1B4D6-BEE2-4AF6-A92E-38CD68913D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76266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4787" y="27505798"/>
            <a:ext cx="24907738" cy="8500477"/>
          </a:xfrm>
        </p:spPr>
        <p:txBody>
          <a:bodyPr anchor="t"/>
          <a:lstStyle>
            <a:defPPr>
              <a:defRPr kern="1200" smtId="4294967295"/>
            </a:defPPr>
            <a:lvl1pPr algn="l">
              <a:defRPr sz="52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4787" y="18142471"/>
            <a:ext cx="24907738" cy="9363323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2601"/>
            </a:lvl1pPr>
            <a:lvl2pPr marL="594534" indent="0">
              <a:buNone/>
              <a:defRPr sz="2341"/>
            </a:lvl2pPr>
            <a:lvl3pPr marL="1189066" indent="0">
              <a:buNone/>
              <a:defRPr sz="2080"/>
            </a:lvl3pPr>
            <a:lvl4pPr marL="1783599" indent="0">
              <a:buNone/>
              <a:defRPr sz="1820"/>
            </a:lvl4pPr>
            <a:lvl5pPr marL="2378133" indent="0">
              <a:buNone/>
              <a:defRPr sz="1820"/>
            </a:lvl5pPr>
            <a:lvl6pPr marL="2972667" indent="0">
              <a:buNone/>
              <a:defRPr sz="1820"/>
            </a:lvl6pPr>
            <a:lvl7pPr marL="3567200" indent="0">
              <a:buNone/>
              <a:defRPr sz="1820"/>
            </a:lvl7pPr>
            <a:lvl8pPr marL="4161732" indent="0">
              <a:buNone/>
              <a:defRPr sz="1820"/>
            </a:lvl8pPr>
            <a:lvl9pPr marL="4756266" indent="0">
              <a:buNone/>
              <a:defRPr sz="18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D8650354-6837-43DB-843B-C6021BD2EF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3821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8906" y="12364709"/>
            <a:ext cx="12407704" cy="25683083"/>
          </a:xfrm>
        </p:spPr>
        <p:txBody>
          <a:bodyPr/>
          <a:lstStyle>
            <a:defPPr>
              <a:defRPr kern="1200" smtId="4294967295"/>
            </a:defPPr>
            <a:lvl1pPr>
              <a:defRPr sz="3641"/>
            </a:lvl1pPr>
            <a:lvl2pPr>
              <a:defRPr sz="3121"/>
            </a:lvl2pPr>
            <a:lvl3pPr>
              <a:defRPr sz="2601"/>
            </a:lvl3pPr>
            <a:lvl4pPr>
              <a:defRPr sz="2341"/>
            </a:lvl4pPr>
            <a:lvl5pPr>
              <a:defRPr sz="2341"/>
            </a:lvl5pPr>
            <a:lvl6pPr>
              <a:defRPr sz="2341"/>
            </a:lvl6pPr>
            <a:lvl7pPr>
              <a:defRPr sz="2341"/>
            </a:lvl7pPr>
            <a:lvl8pPr>
              <a:defRPr sz="2341"/>
            </a:lvl8pPr>
            <a:lvl9pPr>
              <a:defRPr sz="23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97053" y="12364709"/>
            <a:ext cx="12407704" cy="25683083"/>
          </a:xfrm>
        </p:spPr>
        <p:txBody>
          <a:bodyPr/>
          <a:lstStyle>
            <a:defPPr>
              <a:defRPr kern="1200" smtId="4294967295"/>
            </a:defPPr>
            <a:lvl1pPr>
              <a:defRPr sz="3641"/>
            </a:lvl1pPr>
            <a:lvl2pPr>
              <a:defRPr sz="3121"/>
            </a:lvl2pPr>
            <a:lvl3pPr>
              <a:defRPr sz="2601"/>
            </a:lvl3pPr>
            <a:lvl4pPr>
              <a:defRPr sz="2341"/>
            </a:lvl4pPr>
            <a:lvl5pPr>
              <a:defRPr sz="2341"/>
            </a:lvl5pPr>
            <a:lvl6pPr>
              <a:defRPr sz="2341"/>
            </a:lvl6pPr>
            <a:lvl7pPr>
              <a:defRPr sz="2341"/>
            </a:lvl7pPr>
            <a:lvl8pPr>
              <a:defRPr sz="2341"/>
            </a:lvl8pPr>
            <a:lvl9pPr>
              <a:defRPr sz="23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4296FF25-ADB1-4315-9622-9852994CD1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0916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4996" y="1713306"/>
            <a:ext cx="26373673" cy="7133961"/>
          </a:xfrm>
        </p:spPr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4996" y="9582134"/>
            <a:ext cx="12947539" cy="3992211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3121" b="1"/>
            </a:lvl1pPr>
            <a:lvl2pPr marL="594534" indent="0">
              <a:buNone/>
              <a:defRPr sz="2601" b="1"/>
            </a:lvl2pPr>
            <a:lvl3pPr marL="1189066" indent="0">
              <a:buNone/>
              <a:defRPr sz="2341" b="1"/>
            </a:lvl3pPr>
            <a:lvl4pPr marL="1783599" indent="0">
              <a:buNone/>
              <a:defRPr sz="2080" b="1"/>
            </a:lvl4pPr>
            <a:lvl5pPr marL="2378133" indent="0">
              <a:buNone/>
              <a:defRPr sz="2080" b="1"/>
            </a:lvl5pPr>
            <a:lvl6pPr marL="2972667" indent="0">
              <a:buNone/>
              <a:defRPr sz="2080" b="1"/>
            </a:lvl6pPr>
            <a:lvl7pPr marL="3567200" indent="0">
              <a:buNone/>
              <a:defRPr sz="2080" b="1"/>
            </a:lvl7pPr>
            <a:lvl8pPr marL="4161732" indent="0">
              <a:buNone/>
              <a:defRPr sz="2080" b="1"/>
            </a:lvl8pPr>
            <a:lvl9pPr marL="4756266" indent="0">
              <a:buNone/>
              <a:defRPr sz="2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4996" y="13574341"/>
            <a:ext cx="12947539" cy="24661292"/>
          </a:xfrm>
        </p:spPr>
        <p:txBody>
          <a:bodyPr/>
          <a:lstStyle>
            <a:defPPr>
              <a:defRPr kern="1200" smtId="4294967295"/>
            </a:defPPr>
            <a:lvl1pPr>
              <a:defRPr sz="3121"/>
            </a:lvl1pPr>
            <a:lvl2pPr>
              <a:defRPr sz="2601"/>
            </a:lvl2pPr>
            <a:lvl3pPr>
              <a:defRPr sz="2341"/>
            </a:lvl3pPr>
            <a:lvl4pPr>
              <a:defRPr sz="2080"/>
            </a:lvl4pPr>
            <a:lvl5pPr>
              <a:defRPr sz="2080"/>
            </a:lvl5pPr>
            <a:lvl6pPr>
              <a:defRPr sz="2080"/>
            </a:lvl6pPr>
            <a:lvl7pPr>
              <a:defRPr sz="2080"/>
            </a:lvl7pPr>
            <a:lvl8pPr>
              <a:defRPr sz="2080"/>
            </a:lvl8pPr>
            <a:lvl9pPr>
              <a:defRPr sz="20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885477" y="9582134"/>
            <a:ext cx="12953192" cy="3992211"/>
          </a:xfrm>
        </p:spPr>
        <p:txBody>
          <a:bodyPr anchor="b"/>
          <a:lstStyle>
            <a:defPPr>
              <a:defRPr kern="1200" smtId="4294967295"/>
            </a:defPPr>
            <a:lvl1pPr marL="0" indent="0">
              <a:buNone/>
              <a:defRPr sz="3121" b="1"/>
            </a:lvl1pPr>
            <a:lvl2pPr marL="594534" indent="0">
              <a:buNone/>
              <a:defRPr sz="2601" b="1"/>
            </a:lvl2pPr>
            <a:lvl3pPr marL="1189066" indent="0">
              <a:buNone/>
              <a:defRPr sz="2341" b="1"/>
            </a:lvl3pPr>
            <a:lvl4pPr marL="1783599" indent="0">
              <a:buNone/>
              <a:defRPr sz="2080" b="1"/>
            </a:lvl4pPr>
            <a:lvl5pPr marL="2378133" indent="0">
              <a:buNone/>
              <a:defRPr sz="2080" b="1"/>
            </a:lvl5pPr>
            <a:lvl6pPr marL="2972667" indent="0">
              <a:buNone/>
              <a:defRPr sz="2080" b="1"/>
            </a:lvl6pPr>
            <a:lvl7pPr marL="3567200" indent="0">
              <a:buNone/>
              <a:defRPr sz="2080" b="1"/>
            </a:lvl7pPr>
            <a:lvl8pPr marL="4161732" indent="0">
              <a:buNone/>
              <a:defRPr sz="2080" b="1"/>
            </a:lvl8pPr>
            <a:lvl9pPr marL="4756266" indent="0">
              <a:buNone/>
              <a:defRPr sz="2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885477" y="13574341"/>
            <a:ext cx="12953192" cy="24661292"/>
          </a:xfrm>
        </p:spPr>
        <p:txBody>
          <a:bodyPr/>
          <a:lstStyle>
            <a:defPPr>
              <a:defRPr kern="1200" smtId="4294967295"/>
            </a:defPPr>
            <a:lvl1pPr>
              <a:defRPr sz="3121"/>
            </a:lvl1pPr>
            <a:lvl2pPr>
              <a:defRPr sz="2601"/>
            </a:lvl2pPr>
            <a:lvl3pPr>
              <a:defRPr sz="2341"/>
            </a:lvl3pPr>
            <a:lvl4pPr>
              <a:defRPr sz="2080"/>
            </a:lvl4pPr>
            <a:lvl5pPr>
              <a:defRPr sz="2080"/>
            </a:lvl5pPr>
            <a:lvl6pPr>
              <a:defRPr sz="2080"/>
            </a:lvl6pPr>
            <a:lvl7pPr>
              <a:defRPr sz="2080"/>
            </a:lvl7pPr>
            <a:lvl8pPr>
              <a:defRPr sz="2080"/>
            </a:lvl8pPr>
            <a:lvl9pPr>
              <a:defRPr sz="20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72EF82B1-171C-4CAC-B9C4-22062286C8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239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678F620B-8934-45A0-BE2C-EF6C76032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8633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A3ECE3F5-A3DD-46D3-8112-19EE7FD1DD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2527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4995" y="1705050"/>
            <a:ext cx="9640702" cy="7251622"/>
          </a:xfrm>
        </p:spPr>
        <p:txBody>
          <a:bodyPr anchor="b"/>
          <a:lstStyle>
            <a:defPPr>
              <a:defRPr kern="1200" smtId="4294967295"/>
            </a:defPPr>
            <a:lvl1pPr algn="l">
              <a:defRPr sz="260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7108" y="1705051"/>
            <a:ext cx="16381562" cy="36530585"/>
          </a:xfrm>
        </p:spPr>
        <p:txBody>
          <a:bodyPr/>
          <a:lstStyle>
            <a:defPPr>
              <a:defRPr kern="1200" smtId="4294967295"/>
            </a:defPPr>
            <a:lvl1pPr>
              <a:defRPr sz="4161"/>
            </a:lvl1pPr>
            <a:lvl2pPr>
              <a:defRPr sz="3641"/>
            </a:lvl2pPr>
            <a:lvl3pPr>
              <a:defRPr sz="3121"/>
            </a:lvl3pPr>
            <a:lvl4pPr>
              <a:defRPr sz="2601"/>
            </a:lvl4pPr>
            <a:lvl5pPr>
              <a:defRPr sz="2601"/>
            </a:lvl5pPr>
            <a:lvl6pPr>
              <a:defRPr sz="2601"/>
            </a:lvl6pPr>
            <a:lvl7pPr>
              <a:defRPr sz="2601"/>
            </a:lvl7pPr>
            <a:lvl8pPr>
              <a:defRPr sz="2601"/>
            </a:lvl8pPr>
            <a:lvl9pPr>
              <a:defRPr sz="26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4995" y="8956671"/>
            <a:ext cx="9640702" cy="29278963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1820"/>
            </a:lvl1pPr>
            <a:lvl2pPr marL="594534" indent="0">
              <a:buNone/>
              <a:defRPr sz="1560"/>
            </a:lvl2pPr>
            <a:lvl3pPr marL="1189066" indent="0">
              <a:buNone/>
              <a:defRPr sz="1300"/>
            </a:lvl3pPr>
            <a:lvl4pPr marL="1783599" indent="0">
              <a:buNone/>
              <a:defRPr sz="1170"/>
            </a:lvl4pPr>
            <a:lvl5pPr marL="2378133" indent="0">
              <a:buNone/>
              <a:defRPr sz="1170"/>
            </a:lvl5pPr>
            <a:lvl6pPr marL="2972667" indent="0">
              <a:buNone/>
              <a:defRPr sz="1170"/>
            </a:lvl6pPr>
            <a:lvl7pPr marL="3567200" indent="0">
              <a:buNone/>
              <a:defRPr sz="1170"/>
            </a:lvl7pPr>
            <a:lvl8pPr marL="4161732" indent="0">
              <a:buNone/>
              <a:defRPr sz="1170"/>
            </a:lvl8pPr>
            <a:lvl9pPr marL="4756266" indent="0">
              <a:buNone/>
              <a:defRPr sz="11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96691E56-DA67-4BF5-BA67-706F30B370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956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4100" y="29962225"/>
            <a:ext cx="17581822" cy="3538081"/>
          </a:xfrm>
        </p:spPr>
        <p:txBody>
          <a:bodyPr anchor="b"/>
          <a:lstStyle>
            <a:defPPr>
              <a:defRPr kern="1200" smtId="4294967295"/>
            </a:defPPr>
            <a:lvl1pPr algn="l">
              <a:defRPr sz="260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744100" y="3825009"/>
            <a:ext cx="17581822" cy="25681020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4161"/>
            </a:lvl1pPr>
            <a:lvl2pPr marL="594534" indent="0">
              <a:buNone/>
              <a:defRPr sz="3641"/>
            </a:lvl2pPr>
            <a:lvl3pPr marL="1189066" indent="0">
              <a:buNone/>
              <a:defRPr sz="3121"/>
            </a:lvl3pPr>
            <a:lvl4pPr marL="1783599" indent="0">
              <a:buNone/>
              <a:defRPr sz="2601"/>
            </a:lvl4pPr>
            <a:lvl5pPr marL="2378133" indent="0">
              <a:buNone/>
              <a:defRPr sz="2601"/>
            </a:lvl5pPr>
            <a:lvl6pPr marL="2972667" indent="0">
              <a:buNone/>
              <a:defRPr sz="2601"/>
            </a:lvl6pPr>
            <a:lvl7pPr marL="3567200" indent="0">
              <a:buNone/>
              <a:defRPr sz="2601"/>
            </a:lvl7pPr>
            <a:lvl8pPr marL="4161732" indent="0">
              <a:buNone/>
              <a:defRPr sz="2601"/>
            </a:lvl8pPr>
            <a:lvl9pPr marL="4756266" indent="0">
              <a:buNone/>
              <a:defRPr sz="2601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4100" y="33500306"/>
            <a:ext cx="17581822" cy="5022258"/>
          </a:xfrm>
        </p:spPr>
        <p:txBody>
          <a:bodyPr/>
          <a:lstStyle>
            <a:defPPr>
              <a:defRPr kern="1200" smtId="4294967295"/>
            </a:defPPr>
            <a:lvl1pPr marL="0" indent="0">
              <a:buNone/>
              <a:defRPr sz="1820"/>
            </a:lvl1pPr>
            <a:lvl2pPr marL="594534" indent="0">
              <a:buNone/>
              <a:defRPr sz="1560"/>
            </a:lvl2pPr>
            <a:lvl3pPr marL="1189066" indent="0">
              <a:buNone/>
              <a:defRPr sz="1300"/>
            </a:lvl3pPr>
            <a:lvl4pPr marL="1783599" indent="0">
              <a:buNone/>
              <a:defRPr sz="1170"/>
            </a:lvl4pPr>
            <a:lvl5pPr marL="2378133" indent="0">
              <a:buNone/>
              <a:defRPr sz="1170"/>
            </a:lvl5pPr>
            <a:lvl6pPr marL="2972667" indent="0">
              <a:buNone/>
              <a:defRPr sz="1170"/>
            </a:lvl6pPr>
            <a:lvl7pPr marL="3567200" indent="0">
              <a:buNone/>
              <a:defRPr sz="1170"/>
            </a:lvl7pPr>
            <a:lvl8pPr marL="4161732" indent="0">
              <a:buNone/>
              <a:defRPr sz="1170"/>
            </a:lvl8pPr>
            <a:lvl9pPr marL="4756266" indent="0">
              <a:buNone/>
              <a:defRPr sz="11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87F51DAE-E528-43E1-8BE0-91521416EF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948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2DA27A25-0059-41B6-A6E5-54D93C1080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8746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878297" y="3804367"/>
            <a:ext cx="6226463" cy="34243424"/>
          </a:xfrm>
        </p:spPr>
        <p:txBody>
          <a:bodyPr vert="eaVert"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8907" y="3804367"/>
            <a:ext cx="18588947" cy="34243424"/>
          </a:xfrm>
        </p:spPr>
        <p:txBody>
          <a:bodyPr vert="eaVert"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043B26BC-A2E6-4CDA-9F76-12293F2660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8540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0094B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9259" y="3804366"/>
            <a:ext cx="24905146" cy="7133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ctr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9259" y="12364708"/>
            <a:ext cx="24905146" cy="25683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9259" y="38999399"/>
            <a:ext cx="6104930" cy="2852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defTabSz="5548977">
              <a:defRPr sz="8452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010603" y="38999399"/>
            <a:ext cx="9282461" cy="2852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ctr" defTabSz="5548977">
              <a:defRPr sz="8452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999475" y="38999399"/>
            <a:ext cx="6104930" cy="2852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26714" tIns="213357" rIns="426714" bIns="213357" anchor="t" anchorCtr="0" compatLnSpc="1">
            <a:prstTxWarp prst="textNoShape">
              <a:avLst/>
            </a:prstTxWarp>
          </a:bodyPr>
          <a:lstStyle>
            <a:defPPr>
              <a:defRPr kern="1200" smtId="4294967295"/>
            </a:defPPr>
            <a:lvl1pPr algn="r" defTabSz="5548977">
              <a:defRPr sz="8452"/>
            </a:lvl1pPr>
          </a:lstStyle>
          <a:p>
            <a:pPr>
              <a:defRPr/>
            </a:pPr>
            <a:fld id="{469A0CB4-D18D-4AEF-B324-9EDF067D13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2197554" y="22783855"/>
            <a:ext cx="18561508" cy="29168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2939709" y="22783855"/>
            <a:ext cx="18561508" cy="29168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4646531" y="43464315"/>
            <a:ext cx="20010603" cy="2014683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4646530" y="44207436"/>
            <a:ext cx="14651832" cy="1651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6345">
                <a:solidFill>
                  <a:srgbClr val="808080"/>
                </a:solidFill>
              </a:rPr>
              <a:t>Template ID: persuadingsapphire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 smtId="4294967295"/>
      </a:defPPr>
      <a:lvl1pPr algn="ctr" defTabSz="5548977" rtl="0" eaLnBrk="0" fontAlgn="base" hangingPunct="0">
        <a:spcBef>
          <a:spcPct val="0"/>
        </a:spcBef>
        <a:spcAft>
          <a:spcPct val="0"/>
        </a:spcAft>
        <a:defRPr sz="26657">
          <a:solidFill>
            <a:schemeClr val="tx2"/>
          </a:solidFill>
          <a:latin typeface="+mj-lt"/>
          <a:ea typeface="+mj-ea"/>
          <a:cs typeface="+mj-cs"/>
        </a:defRPr>
      </a:lvl1pPr>
      <a:lvl2pPr algn="ctr" defTabSz="5548977" rtl="0" eaLnBrk="0" fontAlgn="base" hangingPunct="0">
        <a:spcBef>
          <a:spcPct val="0"/>
        </a:spcBef>
        <a:spcAft>
          <a:spcPct val="0"/>
        </a:spcAft>
        <a:defRPr sz="26657">
          <a:solidFill>
            <a:schemeClr val="tx2"/>
          </a:solidFill>
          <a:latin typeface="Times New Roman" pitchFamily="18" charset="0"/>
        </a:defRPr>
      </a:lvl2pPr>
      <a:lvl3pPr algn="ctr" defTabSz="5548977" rtl="0" eaLnBrk="0" fontAlgn="base" hangingPunct="0">
        <a:spcBef>
          <a:spcPct val="0"/>
        </a:spcBef>
        <a:spcAft>
          <a:spcPct val="0"/>
        </a:spcAft>
        <a:defRPr sz="26657">
          <a:solidFill>
            <a:schemeClr val="tx2"/>
          </a:solidFill>
          <a:latin typeface="Times New Roman" pitchFamily="18" charset="0"/>
        </a:defRPr>
      </a:lvl3pPr>
      <a:lvl4pPr algn="ctr" defTabSz="5548977" rtl="0" eaLnBrk="0" fontAlgn="base" hangingPunct="0">
        <a:spcBef>
          <a:spcPct val="0"/>
        </a:spcBef>
        <a:spcAft>
          <a:spcPct val="0"/>
        </a:spcAft>
        <a:defRPr sz="26657">
          <a:solidFill>
            <a:schemeClr val="tx2"/>
          </a:solidFill>
          <a:latin typeface="Times New Roman" pitchFamily="18" charset="0"/>
        </a:defRPr>
      </a:lvl4pPr>
      <a:lvl5pPr algn="ctr" defTabSz="5548977" rtl="0" eaLnBrk="0" fontAlgn="base" hangingPunct="0">
        <a:spcBef>
          <a:spcPct val="0"/>
        </a:spcBef>
        <a:spcAft>
          <a:spcPct val="0"/>
        </a:spcAft>
        <a:defRPr sz="26657">
          <a:solidFill>
            <a:schemeClr val="tx2"/>
          </a:solidFill>
          <a:latin typeface="Times New Roman" pitchFamily="18" charset="0"/>
        </a:defRPr>
      </a:lvl5pPr>
      <a:lvl6pPr marL="594534" algn="ctr" defTabSz="5548977" rtl="0" eaLnBrk="0" fontAlgn="base" hangingPunct="0">
        <a:spcBef>
          <a:spcPct val="0"/>
        </a:spcBef>
        <a:spcAft>
          <a:spcPct val="0"/>
        </a:spcAft>
        <a:defRPr sz="26657">
          <a:solidFill>
            <a:schemeClr val="tx2"/>
          </a:solidFill>
          <a:latin typeface="Times New Roman" pitchFamily="18" charset="0"/>
        </a:defRPr>
      </a:lvl6pPr>
      <a:lvl7pPr marL="1189066" algn="ctr" defTabSz="5548977" rtl="0" eaLnBrk="0" fontAlgn="base" hangingPunct="0">
        <a:spcBef>
          <a:spcPct val="0"/>
        </a:spcBef>
        <a:spcAft>
          <a:spcPct val="0"/>
        </a:spcAft>
        <a:defRPr sz="26657">
          <a:solidFill>
            <a:schemeClr val="tx2"/>
          </a:solidFill>
          <a:latin typeface="Times New Roman" pitchFamily="18" charset="0"/>
        </a:defRPr>
      </a:lvl7pPr>
      <a:lvl8pPr marL="1783599" algn="ctr" defTabSz="5548977" rtl="0" eaLnBrk="0" fontAlgn="base" hangingPunct="0">
        <a:spcBef>
          <a:spcPct val="0"/>
        </a:spcBef>
        <a:spcAft>
          <a:spcPct val="0"/>
        </a:spcAft>
        <a:defRPr sz="26657">
          <a:solidFill>
            <a:schemeClr val="tx2"/>
          </a:solidFill>
          <a:latin typeface="Times New Roman" pitchFamily="18" charset="0"/>
        </a:defRPr>
      </a:lvl8pPr>
      <a:lvl9pPr marL="2378133" algn="ctr" defTabSz="5548977" rtl="0" eaLnBrk="0" fontAlgn="base" hangingPunct="0">
        <a:spcBef>
          <a:spcPct val="0"/>
        </a:spcBef>
        <a:spcAft>
          <a:spcPct val="0"/>
        </a:spcAft>
        <a:defRPr sz="26657">
          <a:solidFill>
            <a:schemeClr val="tx2"/>
          </a:solidFill>
          <a:latin typeface="Times New Roman" pitchFamily="18" charset="0"/>
        </a:defRPr>
      </a:lvl9pPr>
    </p:titleStyle>
    <p:bodyStyle>
      <a:defPPr>
        <a:defRPr kern="1200" smtId="4294967295"/>
      </a:defPPr>
      <a:lvl1pPr marL="2080866" indent="-2080866" algn="l" defTabSz="5548977" rtl="0" eaLnBrk="0" fontAlgn="base" hangingPunct="0">
        <a:spcBef>
          <a:spcPct val="20000"/>
        </a:spcBef>
        <a:spcAft>
          <a:spcPct val="0"/>
        </a:spcAft>
        <a:buChar char="•"/>
        <a:defRPr sz="19376">
          <a:solidFill>
            <a:schemeClr val="tx1"/>
          </a:solidFill>
          <a:latin typeface="+mn-lt"/>
          <a:ea typeface="+mn-ea"/>
          <a:cs typeface="+mn-cs"/>
        </a:defRPr>
      </a:lvl1pPr>
      <a:lvl2pPr marL="4508543" indent="-1734055" algn="l" defTabSz="5548977" rtl="0" eaLnBrk="0" fontAlgn="base" hangingPunct="0">
        <a:spcBef>
          <a:spcPct val="20000"/>
        </a:spcBef>
        <a:spcAft>
          <a:spcPct val="0"/>
        </a:spcAft>
        <a:buChar char="–"/>
        <a:defRPr sz="17035">
          <a:solidFill>
            <a:schemeClr val="tx1"/>
          </a:solidFill>
          <a:latin typeface="+mn-lt"/>
        </a:defRPr>
      </a:lvl2pPr>
      <a:lvl3pPr marL="6936221" indent="-1387245" algn="l" defTabSz="5548977" rtl="0" eaLnBrk="0" fontAlgn="base" hangingPunct="0">
        <a:spcBef>
          <a:spcPct val="20000"/>
        </a:spcBef>
        <a:spcAft>
          <a:spcPct val="0"/>
        </a:spcAft>
        <a:buChar char="•"/>
        <a:defRPr sz="14563">
          <a:solidFill>
            <a:schemeClr val="tx1"/>
          </a:solidFill>
          <a:latin typeface="+mn-lt"/>
        </a:defRPr>
      </a:lvl3pPr>
      <a:lvl4pPr marL="9710709" indent="-1387245" algn="l" defTabSz="5548977" rtl="0" eaLnBrk="0" fontAlgn="base" hangingPunct="0">
        <a:spcBef>
          <a:spcPct val="20000"/>
        </a:spcBef>
        <a:spcAft>
          <a:spcPct val="0"/>
        </a:spcAft>
        <a:buChar char="–"/>
        <a:defRPr sz="12094">
          <a:solidFill>
            <a:schemeClr val="tx1"/>
          </a:solidFill>
          <a:latin typeface="+mn-lt"/>
        </a:defRPr>
      </a:lvl4pPr>
      <a:lvl5pPr marL="12485198" indent="-1387245" algn="l" defTabSz="5548977" rtl="0" eaLnBrk="0" fontAlgn="base" hangingPunct="0">
        <a:spcBef>
          <a:spcPct val="20000"/>
        </a:spcBef>
        <a:spcAft>
          <a:spcPct val="0"/>
        </a:spcAft>
        <a:buChar char="»"/>
        <a:defRPr sz="12094">
          <a:solidFill>
            <a:schemeClr val="tx1"/>
          </a:solidFill>
          <a:latin typeface="+mn-lt"/>
        </a:defRPr>
      </a:lvl5pPr>
      <a:lvl6pPr marL="13079732" indent="-1387245" algn="l" defTabSz="5548977" rtl="0" eaLnBrk="0" fontAlgn="base" hangingPunct="0">
        <a:spcBef>
          <a:spcPct val="20000"/>
        </a:spcBef>
        <a:spcAft>
          <a:spcPct val="0"/>
        </a:spcAft>
        <a:buChar char="»"/>
        <a:defRPr sz="12094">
          <a:solidFill>
            <a:schemeClr val="tx1"/>
          </a:solidFill>
          <a:latin typeface="+mn-lt"/>
        </a:defRPr>
      </a:lvl6pPr>
      <a:lvl7pPr marL="13674266" indent="-1387245" algn="l" defTabSz="5548977" rtl="0" eaLnBrk="0" fontAlgn="base" hangingPunct="0">
        <a:spcBef>
          <a:spcPct val="20000"/>
        </a:spcBef>
        <a:spcAft>
          <a:spcPct val="0"/>
        </a:spcAft>
        <a:buChar char="»"/>
        <a:defRPr sz="12094">
          <a:solidFill>
            <a:schemeClr val="tx1"/>
          </a:solidFill>
          <a:latin typeface="+mn-lt"/>
        </a:defRPr>
      </a:lvl7pPr>
      <a:lvl8pPr marL="14268799" indent="-1387245" algn="l" defTabSz="5548977" rtl="0" eaLnBrk="0" fontAlgn="base" hangingPunct="0">
        <a:spcBef>
          <a:spcPct val="20000"/>
        </a:spcBef>
        <a:spcAft>
          <a:spcPct val="0"/>
        </a:spcAft>
        <a:buChar char="»"/>
        <a:defRPr sz="12094">
          <a:solidFill>
            <a:schemeClr val="tx1"/>
          </a:solidFill>
          <a:latin typeface="+mn-lt"/>
        </a:defRPr>
      </a:lvl8pPr>
      <a:lvl9pPr marL="14863331" indent="-1387245" algn="l" defTabSz="5548977" rtl="0" eaLnBrk="0" fontAlgn="base" hangingPunct="0">
        <a:spcBef>
          <a:spcPct val="20000"/>
        </a:spcBef>
        <a:spcAft>
          <a:spcPct val="0"/>
        </a:spcAft>
        <a:buChar char="»"/>
        <a:defRPr sz="12094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189066" rtl="0" eaLnBrk="1" latinLnBrk="0" hangingPunct="1">
        <a:defRPr sz="2341" kern="1200">
          <a:solidFill>
            <a:schemeClr val="tx1"/>
          </a:solidFill>
          <a:latin typeface="+mn-lt"/>
          <a:ea typeface="+mn-ea"/>
          <a:cs typeface="+mn-cs"/>
        </a:defRPr>
      </a:lvl1pPr>
      <a:lvl2pPr marL="594534" algn="l" defTabSz="1189066" rtl="0" eaLnBrk="1" latinLnBrk="0" hangingPunct="1">
        <a:defRPr sz="2341" kern="1200">
          <a:solidFill>
            <a:schemeClr val="tx1"/>
          </a:solidFill>
          <a:latin typeface="+mn-lt"/>
          <a:ea typeface="+mn-ea"/>
          <a:cs typeface="+mn-cs"/>
        </a:defRPr>
      </a:lvl2pPr>
      <a:lvl3pPr marL="1189066" algn="l" defTabSz="1189066" rtl="0" eaLnBrk="1" latinLnBrk="0" hangingPunct="1">
        <a:defRPr sz="2341" kern="1200">
          <a:solidFill>
            <a:schemeClr val="tx1"/>
          </a:solidFill>
          <a:latin typeface="+mn-lt"/>
          <a:ea typeface="+mn-ea"/>
          <a:cs typeface="+mn-cs"/>
        </a:defRPr>
      </a:lvl3pPr>
      <a:lvl4pPr marL="1783599" algn="l" defTabSz="1189066" rtl="0" eaLnBrk="1" latinLnBrk="0" hangingPunct="1">
        <a:defRPr sz="2341" kern="1200">
          <a:solidFill>
            <a:schemeClr val="tx1"/>
          </a:solidFill>
          <a:latin typeface="+mn-lt"/>
          <a:ea typeface="+mn-ea"/>
          <a:cs typeface="+mn-cs"/>
        </a:defRPr>
      </a:lvl4pPr>
      <a:lvl5pPr marL="2378133" algn="l" defTabSz="1189066" rtl="0" eaLnBrk="1" latinLnBrk="0" hangingPunct="1">
        <a:defRPr sz="2341" kern="1200">
          <a:solidFill>
            <a:schemeClr val="tx1"/>
          </a:solidFill>
          <a:latin typeface="+mn-lt"/>
          <a:ea typeface="+mn-ea"/>
          <a:cs typeface="+mn-cs"/>
        </a:defRPr>
      </a:lvl5pPr>
      <a:lvl6pPr marL="2972667" algn="l" defTabSz="1189066" rtl="0" eaLnBrk="1" latinLnBrk="0" hangingPunct="1">
        <a:defRPr sz="2341" kern="1200">
          <a:solidFill>
            <a:schemeClr val="tx1"/>
          </a:solidFill>
          <a:latin typeface="+mn-lt"/>
          <a:ea typeface="+mn-ea"/>
          <a:cs typeface="+mn-cs"/>
        </a:defRPr>
      </a:lvl6pPr>
      <a:lvl7pPr marL="3567200" algn="l" defTabSz="1189066" rtl="0" eaLnBrk="1" latinLnBrk="0" hangingPunct="1">
        <a:defRPr sz="2341" kern="1200">
          <a:solidFill>
            <a:schemeClr val="tx1"/>
          </a:solidFill>
          <a:latin typeface="+mn-lt"/>
          <a:ea typeface="+mn-ea"/>
          <a:cs typeface="+mn-cs"/>
        </a:defRPr>
      </a:lvl7pPr>
      <a:lvl8pPr marL="4161732" algn="l" defTabSz="1189066" rtl="0" eaLnBrk="1" latinLnBrk="0" hangingPunct="1">
        <a:defRPr sz="2341" kern="1200">
          <a:solidFill>
            <a:schemeClr val="tx1"/>
          </a:solidFill>
          <a:latin typeface="+mn-lt"/>
          <a:ea typeface="+mn-ea"/>
          <a:cs typeface="+mn-cs"/>
        </a:defRPr>
      </a:lvl8pPr>
      <a:lvl9pPr marL="4756266" algn="l" defTabSz="1189066" rtl="0" eaLnBrk="1" latinLnBrk="0" hangingPunct="1">
        <a:defRPr sz="23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1482A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C718E78-BDD8-4BAD-851F-D423AE935B0D}"/>
              </a:ext>
            </a:extLst>
          </p:cNvPr>
          <p:cNvSpPr/>
          <p:nvPr/>
        </p:nvSpPr>
        <p:spPr>
          <a:xfrm>
            <a:off x="844666" y="5564147"/>
            <a:ext cx="13335000" cy="1538053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12484" dirty="0">
              <a:latin typeface="+mj-lt"/>
            </a:endParaRPr>
          </a:p>
        </p:txBody>
      </p:sp>
      <p:sp>
        <p:nvSpPr>
          <p:cNvPr id="41" name="Title 11">
            <a:extLst>
              <a:ext uri="{FF2B5EF4-FFF2-40B4-BE49-F238E27FC236}">
                <a16:creationId xmlns:a16="http://schemas.microsoft.com/office/drawing/2014/main" id="{8785E597-B0C8-4CA8-9A56-A0F3996D088D}"/>
              </a:ext>
            </a:extLst>
          </p:cNvPr>
          <p:cNvSpPr txBox="1"/>
          <p:nvPr/>
        </p:nvSpPr>
        <p:spPr>
          <a:xfrm>
            <a:off x="-13449466" y="1160059"/>
            <a:ext cx="55288193" cy="3571837"/>
          </a:xfrm>
          <a:prstGeom prst="rect">
            <a:avLst/>
          </a:prstGeom>
        </p:spPr>
        <p:txBody>
          <a:bodyPr lIns="166459" tIns="83230" rIns="166459" bIns="83230"/>
          <a:lstStyle>
            <a:defPPr>
              <a:defRPr kern="1200" smtId="4294967295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Contrastive Retrieval Augmented In-Context Learning </a:t>
            </a:r>
          </a:p>
          <a:p>
            <a:r>
              <a:rPr lang="en-US" sz="4800" dirty="0"/>
              <a:t>for </a:t>
            </a:r>
            <a:r>
              <a:rPr lang="en-US" sz="4800" dirty="0">
                <a:solidFill>
                  <a:schemeClr val="accent3">
                    <a:lumMod val="75000"/>
                  </a:schemeClr>
                </a:solidFill>
              </a:rPr>
              <a:t>Medical Classification Tasks </a:t>
            </a:r>
            <a:r>
              <a:rPr lang="en-US" sz="4800" dirty="0">
                <a:solidFill>
                  <a:schemeClr val="accent2">
                    <a:lumMod val="75000"/>
                  </a:schemeClr>
                </a:solidFill>
              </a:rPr>
              <a:t>with Imbalanced Data</a:t>
            </a:r>
          </a:p>
          <a:p>
            <a:endParaRPr lang="en-US" sz="4800" dirty="0">
              <a:solidFill>
                <a:srgbClr val="235078"/>
              </a:solidFill>
              <a:latin typeface="Libre Baskerville" panose="02000000000000000000" pitchFamily="2" charset="0"/>
            </a:endParaRP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BC3B70E-A392-4069-A147-C1FCF37051AF}"/>
              </a:ext>
            </a:extLst>
          </p:cNvPr>
          <p:cNvSpPr txBox="1"/>
          <p:nvPr/>
        </p:nvSpPr>
        <p:spPr>
          <a:xfrm>
            <a:off x="-13554647" y="2890306"/>
            <a:ext cx="54990945" cy="1657724"/>
          </a:xfrm>
          <a:prstGeom prst="rect">
            <a:avLst/>
          </a:prstGeom>
        </p:spPr>
        <p:txBody>
          <a:bodyPr wrap="square" lIns="166459" tIns="83230" rIns="166459" bIns="83230">
            <a:spAutoFit/>
          </a:bodyPr>
          <a:lstStyle>
            <a:defPPr>
              <a:defRPr kern="1200" smtId="4294967295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400" dirty="0">
                <a:solidFill>
                  <a:schemeClr val="accent4">
                    <a:lumMod val="50000"/>
                  </a:schemeClr>
                </a:solidFill>
                <a:latin typeface="Montserrat Light" panose="00000400000000000000" pitchFamily="50" charset="0"/>
              </a:rPr>
              <a:t>Swarnika Joshi</a:t>
            </a:r>
            <a:r>
              <a:rPr lang="en-US" sz="4400" baseline="30000" dirty="0">
                <a:solidFill>
                  <a:schemeClr val="accent4">
                    <a:lumMod val="50000"/>
                  </a:schemeClr>
                </a:solidFill>
                <a:latin typeface="Montserrat Light" panose="00000400000000000000" pitchFamily="50" charset="0"/>
              </a:rPr>
              <a:t>1 </a:t>
            </a:r>
            <a:r>
              <a:rPr lang="en-US" sz="4400" dirty="0">
                <a:solidFill>
                  <a:schemeClr val="accent4">
                    <a:lumMod val="50000"/>
                  </a:schemeClr>
                </a:solidFill>
                <a:latin typeface="Montserrat Light" panose="00000400000000000000" pitchFamily="50" charset="0"/>
              </a:rPr>
              <a:t>, Kshitij S. Jadhav</a:t>
            </a:r>
            <a:r>
              <a:rPr lang="en-US" sz="4400" baseline="30000" dirty="0">
                <a:solidFill>
                  <a:schemeClr val="accent4">
                    <a:lumMod val="50000"/>
                  </a:schemeClr>
                </a:solidFill>
                <a:latin typeface="Montserrat Light" panose="00000400000000000000" pitchFamily="50" charset="0"/>
              </a:rPr>
              <a:t>2</a:t>
            </a:r>
          </a:p>
          <a:p>
            <a:pPr algn="ctr"/>
            <a:r>
              <a:rPr lang="en-US" sz="4400" baseline="30000" dirty="0">
                <a:solidFill>
                  <a:schemeClr val="accent4">
                    <a:lumMod val="50000"/>
                  </a:schemeClr>
                </a:solidFill>
                <a:latin typeface="Montserrat Light" panose="00000400000000000000" pitchFamily="50" charset="0"/>
              </a:rPr>
              <a:t>1</a:t>
            </a:r>
            <a:r>
              <a:rPr lang="en-US" sz="4400" dirty="0">
                <a:solidFill>
                  <a:schemeClr val="accent4">
                    <a:lumMod val="50000"/>
                  </a:schemeClr>
                </a:solidFill>
                <a:latin typeface="Montserrat Light" panose="00000400000000000000" pitchFamily="50" charset="0"/>
              </a:rPr>
              <a:t>Scottish High International School, Gurgaon India, </a:t>
            </a:r>
            <a:r>
              <a:rPr lang="en-US" sz="4400" baseline="30000" dirty="0">
                <a:solidFill>
                  <a:schemeClr val="accent4">
                    <a:lumMod val="50000"/>
                  </a:schemeClr>
                </a:solidFill>
                <a:latin typeface="Montserrat Light" panose="00000400000000000000" pitchFamily="50" charset="0"/>
              </a:rPr>
              <a:t>2</a:t>
            </a:r>
            <a:r>
              <a:rPr lang="en-US" sz="4400" dirty="0">
                <a:solidFill>
                  <a:schemeClr val="accent4">
                    <a:lumMod val="50000"/>
                  </a:schemeClr>
                </a:solidFill>
                <a:latin typeface="Montserrat Light" panose="00000400000000000000" pitchFamily="50" charset="0"/>
              </a:rPr>
              <a:t>Indian Institute of Technology, Bombay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25EFAD-7AAF-4CAF-BA69-869B3D423F7F}"/>
              </a:ext>
            </a:extLst>
          </p:cNvPr>
          <p:cNvSpPr/>
          <p:nvPr/>
        </p:nvSpPr>
        <p:spPr>
          <a:xfrm>
            <a:off x="844666" y="21811061"/>
            <a:ext cx="13335000" cy="20117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12484" dirty="0">
              <a:solidFill>
                <a:schemeClr val="tx1"/>
              </a:solidFill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2D5BB987-3D36-FE41-B7FE-6A7BA22D0BF8}"/>
              </a:ext>
            </a:extLst>
          </p:cNvPr>
          <p:cNvSpPr txBox="1"/>
          <p:nvPr/>
        </p:nvSpPr>
        <p:spPr>
          <a:xfrm>
            <a:off x="33007085" y="52081810"/>
            <a:ext cx="184731" cy="572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121" dirty="0"/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39C85D10-70C1-A4D7-995D-DBC24116A786}"/>
              </a:ext>
            </a:extLst>
          </p:cNvPr>
          <p:cNvSpPr txBox="1"/>
          <p:nvPr/>
        </p:nvSpPr>
        <p:spPr>
          <a:xfrm>
            <a:off x="1134907" y="6293498"/>
            <a:ext cx="7586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r>
              <a:rPr lang="en-US" sz="2800" dirty="0">
                <a:solidFill>
                  <a:srgbClr val="235078"/>
                </a:solidFill>
                <a:latin typeface="Libre Baskerville" panose="02000000000000000000" pitchFamily="2" charset="0"/>
              </a:rPr>
              <a:t>Classification Tasks in Medical Domain </a:t>
            </a:r>
            <a:endParaRPr lang="en-US" sz="4000" dirty="0">
              <a:solidFill>
                <a:srgbClr val="235078"/>
              </a:solidFill>
              <a:latin typeface="Libre Baskerville" panose="02000000000000000000" pitchFamily="2" charset="0"/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4D7E2CF9-8392-362A-EF9D-273DC35C4A28}"/>
              </a:ext>
            </a:extLst>
          </p:cNvPr>
          <p:cNvSpPr txBox="1"/>
          <p:nvPr/>
        </p:nvSpPr>
        <p:spPr>
          <a:xfrm>
            <a:off x="1262615" y="10727209"/>
            <a:ext cx="12579436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r>
              <a:rPr lang="en-US" sz="2000" dirty="0">
                <a:latin typeface="Libre Baskerville" panose="02000000000000000000" pitchFamily="2" charset="0"/>
              </a:rPr>
              <a:t>Large Language Model as Classifier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87814794-2B52-48FC-B36E-6773657B4227}"/>
              </a:ext>
            </a:extLst>
          </p:cNvPr>
          <p:cNvSpPr txBox="1"/>
          <p:nvPr/>
        </p:nvSpPr>
        <p:spPr>
          <a:xfrm>
            <a:off x="1328892" y="15671378"/>
            <a:ext cx="12511939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r>
              <a:rPr lang="en-US" sz="2000" dirty="0">
                <a:latin typeface="Libre Baskerville" panose="02000000000000000000" pitchFamily="2" charset="0"/>
              </a:rPr>
              <a:t>In Context Learning of Large Language Models</a:t>
            </a: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A11A8FB3-9A8E-207E-1D8A-5617778E9F7A}"/>
              </a:ext>
            </a:extLst>
          </p:cNvPr>
          <p:cNvSpPr/>
          <p:nvPr/>
        </p:nvSpPr>
        <p:spPr bwMode="auto">
          <a:xfrm>
            <a:off x="891987" y="5217029"/>
            <a:ext cx="13335000" cy="78688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360000" tIns="45720" rIns="9000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Libre Baskerville" panose="02000000000000000000" pitchFamily="2" charset="0"/>
              </a:rPr>
              <a:t>Introduction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Libre Baskerville" panose="02000000000000000000" pitchFamily="2" charset="0"/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561E1061-E742-3428-8815-832710CAF05D}"/>
              </a:ext>
            </a:extLst>
          </p:cNvPr>
          <p:cNvSpPr/>
          <p:nvPr/>
        </p:nvSpPr>
        <p:spPr>
          <a:xfrm>
            <a:off x="15109031" y="5293823"/>
            <a:ext cx="13335000" cy="1557465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dirty="0">
              <a:latin typeface="+mj-lt"/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91BCBE84-C184-9621-8952-FB26A9C7C922}"/>
              </a:ext>
            </a:extLst>
          </p:cNvPr>
          <p:cNvSpPr/>
          <p:nvPr/>
        </p:nvSpPr>
        <p:spPr bwMode="auto">
          <a:xfrm>
            <a:off x="15127702" y="5228632"/>
            <a:ext cx="13335000" cy="78688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360000" tIns="45720" rIns="9000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Libre Baskerville" panose="02000000000000000000" pitchFamily="2" charset="0"/>
              </a:rPr>
              <a:t>Finding Similar Examples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Libre Baskerville" panose="02000000000000000000" pitchFamily="2" charset="0"/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685D2274-0FDF-0F9A-0835-4B782F11DE2E}"/>
              </a:ext>
            </a:extLst>
          </p:cNvPr>
          <p:cNvSpPr/>
          <p:nvPr/>
        </p:nvSpPr>
        <p:spPr bwMode="auto">
          <a:xfrm>
            <a:off x="859631" y="21605595"/>
            <a:ext cx="13335000" cy="78688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360000" tIns="45720" rIns="9000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Libre Baskerville" panose="02000000000000000000" pitchFamily="2" charset="0"/>
              </a:rPr>
              <a:t>Contrastive Retrieval Augmented Learning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Libre Baskerville" panose="02000000000000000000" pitchFamily="2" charset="0"/>
            </a:endParaRP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2E017910-1075-3514-2CF9-83B2F51E13F9}"/>
              </a:ext>
            </a:extLst>
          </p:cNvPr>
          <p:cNvSpPr/>
          <p:nvPr/>
        </p:nvSpPr>
        <p:spPr>
          <a:xfrm>
            <a:off x="15032831" y="21605595"/>
            <a:ext cx="13335000" cy="143504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12484" dirty="0">
              <a:solidFill>
                <a:schemeClr val="tx1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0C62FADB-A508-DC62-F7B1-C2B0E9FA787A}"/>
              </a:ext>
            </a:extLst>
          </p:cNvPr>
          <p:cNvSpPr/>
          <p:nvPr/>
        </p:nvSpPr>
        <p:spPr bwMode="auto">
          <a:xfrm>
            <a:off x="15032831" y="21478081"/>
            <a:ext cx="13335000" cy="89180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360000" tIns="45720" rIns="9000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Libre Baskerville" panose="02000000000000000000" pitchFamily="2" charset="0"/>
              </a:rPr>
              <a:t>Experiments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Libre Baskerville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FF77A4-7BFB-6056-1F75-70A4D12211AC}"/>
              </a:ext>
            </a:extLst>
          </p:cNvPr>
          <p:cNvSpPr txBox="1"/>
          <p:nvPr/>
        </p:nvSpPr>
        <p:spPr>
          <a:xfrm>
            <a:off x="15407395" y="22601971"/>
            <a:ext cx="12579436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r>
              <a:rPr lang="en-US" sz="2000" dirty="0">
                <a:latin typeface="Libre Baskerville" panose="02000000000000000000" pitchFamily="2" charset="0"/>
              </a:rPr>
              <a:t>Dataset Used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23C46F-4914-1B17-22C3-5FA00ABB5688}"/>
              </a:ext>
            </a:extLst>
          </p:cNvPr>
          <p:cNvSpPr txBox="1"/>
          <p:nvPr/>
        </p:nvSpPr>
        <p:spPr>
          <a:xfrm>
            <a:off x="15353256" y="25497571"/>
            <a:ext cx="12579436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r>
              <a:rPr lang="en-US" sz="2000" dirty="0">
                <a:latin typeface="Libre Baskerville" panose="02000000000000000000" pitchFamily="2" charset="0"/>
              </a:rPr>
              <a:t>Evaluation Metrics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BEE8EB-95E6-6B72-0545-D3FC5E9877A1}"/>
              </a:ext>
            </a:extLst>
          </p:cNvPr>
          <p:cNvSpPr txBox="1"/>
          <p:nvPr/>
        </p:nvSpPr>
        <p:spPr>
          <a:xfrm>
            <a:off x="15270965" y="30145771"/>
            <a:ext cx="12579436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r>
              <a:rPr lang="en-US" sz="2000" dirty="0">
                <a:latin typeface="Libre Baskerville" panose="02000000000000000000" pitchFamily="2" charset="0"/>
              </a:rPr>
              <a:t>Experimental Setup and Results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B41B53-724B-92D7-61D6-DF08D4872FDC}"/>
              </a:ext>
            </a:extLst>
          </p:cNvPr>
          <p:cNvSpPr/>
          <p:nvPr/>
        </p:nvSpPr>
        <p:spPr>
          <a:xfrm>
            <a:off x="15032831" y="36141948"/>
            <a:ext cx="13317577" cy="56815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 smtId="4294967295"/>
            </a:defPPr>
          </a:lstStyle>
          <a:p>
            <a:pPr algn="ctr"/>
            <a:endParaRPr lang="en-US" sz="96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1554E8-6206-6ADE-6B36-72BDA187C3B9}"/>
              </a:ext>
            </a:extLst>
          </p:cNvPr>
          <p:cNvSpPr/>
          <p:nvPr/>
        </p:nvSpPr>
        <p:spPr bwMode="auto">
          <a:xfrm>
            <a:off x="15032831" y="36032281"/>
            <a:ext cx="13335000" cy="89180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360000" tIns="45720" rIns="9000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Libre Baskerville" panose="02000000000000000000" pitchFamily="2" charset="0"/>
              </a:rPr>
              <a:t>Summary</a:t>
            </a:r>
            <a:endParaRPr lang="en-US" sz="2400" dirty="0">
              <a:solidFill>
                <a:schemeClr val="bg1">
                  <a:lumMod val="95000"/>
                </a:schemeClr>
              </a:solidFill>
              <a:latin typeface="Libre Baskerville" panose="02000000000000000000" pitchFamily="2" charset="0"/>
            </a:endParaRPr>
          </a:p>
        </p:txBody>
      </p:sp>
      <p:pic>
        <p:nvPicPr>
          <p:cNvPr id="23" name="Picture 22" descr="A diagram of a cell therapy&#10;&#10;AI-generated content may be incorrect.">
            <a:extLst>
              <a:ext uri="{FF2B5EF4-FFF2-40B4-BE49-F238E27FC236}">
                <a16:creationId xmlns:a16="http://schemas.microsoft.com/office/drawing/2014/main" id="{7537F10F-5E85-7B5A-B75E-AA2E16F1A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168" y="6897729"/>
            <a:ext cx="6132693" cy="2680958"/>
          </a:xfrm>
          <a:prstGeom prst="rect">
            <a:avLst/>
          </a:prstGeom>
        </p:spPr>
      </p:pic>
      <p:pic>
        <p:nvPicPr>
          <p:cNvPr id="30" name="Picture 29" descr="A red circle with a heart and a pulse line in it&#10;&#10;AI-generated content may be incorrect.">
            <a:extLst>
              <a:ext uri="{FF2B5EF4-FFF2-40B4-BE49-F238E27FC236}">
                <a16:creationId xmlns:a16="http://schemas.microsoft.com/office/drawing/2014/main" id="{25F59F0D-76AC-07B4-8B30-8AF4400389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2325" y="6997589"/>
            <a:ext cx="3255609" cy="2395853"/>
          </a:xfrm>
          <a:prstGeom prst="rect">
            <a:avLst/>
          </a:prstGeom>
        </p:spPr>
      </p:pic>
      <p:pic>
        <p:nvPicPr>
          <p:cNvPr id="35" name="Picture 34" descr="A close-up of a sign&#10;&#10;AI-generated content may be incorrect.">
            <a:extLst>
              <a:ext uri="{FF2B5EF4-FFF2-40B4-BE49-F238E27FC236}">
                <a16:creationId xmlns:a16="http://schemas.microsoft.com/office/drawing/2014/main" id="{62A728AA-165A-1026-FC8B-F93BB889F9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469" y="9695799"/>
            <a:ext cx="4899390" cy="812604"/>
          </a:xfrm>
          <a:prstGeom prst="rect">
            <a:avLst/>
          </a:prstGeom>
        </p:spPr>
      </p:pic>
      <p:pic>
        <p:nvPicPr>
          <p:cNvPr id="37" name="Picture 36" descr="Blue text on a white background&#10;&#10;AI-generated content may be incorrect.">
            <a:extLst>
              <a:ext uri="{FF2B5EF4-FFF2-40B4-BE49-F238E27FC236}">
                <a16:creationId xmlns:a16="http://schemas.microsoft.com/office/drawing/2014/main" id="{32B4E2DE-3C70-4D7D-F629-C3717518DB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861" y="9772217"/>
            <a:ext cx="5486400" cy="686430"/>
          </a:xfrm>
          <a:prstGeom prst="rect">
            <a:avLst/>
          </a:prstGeom>
        </p:spPr>
      </p:pic>
      <p:pic>
        <p:nvPicPr>
          <p:cNvPr id="39" name="Picture 38" descr="A diagram of a diagram&#10;&#10;AI-generated content may be incorrect.">
            <a:extLst>
              <a:ext uri="{FF2B5EF4-FFF2-40B4-BE49-F238E27FC236}">
                <a16:creationId xmlns:a16="http://schemas.microsoft.com/office/drawing/2014/main" id="{93A3A690-8D20-9DA6-522F-1611284A77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354" y="11119561"/>
            <a:ext cx="8462346" cy="4064904"/>
          </a:xfrm>
          <a:prstGeom prst="rect">
            <a:avLst/>
          </a:prstGeom>
        </p:spPr>
      </p:pic>
      <p:pic>
        <p:nvPicPr>
          <p:cNvPr id="43" name="Picture 4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6FCDA41C-59AE-54B8-954A-9A3913B7C5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434" y="16425652"/>
            <a:ext cx="8649569" cy="4233949"/>
          </a:xfrm>
          <a:prstGeom prst="rect">
            <a:avLst/>
          </a:prstGeom>
        </p:spPr>
      </p:pic>
      <p:pic>
        <p:nvPicPr>
          <p:cNvPr id="45" name="Picture 44" descr="A diagram of a computer&#10;&#10;AI-generated content may be incorrect.">
            <a:extLst>
              <a:ext uri="{FF2B5EF4-FFF2-40B4-BE49-F238E27FC236}">
                <a16:creationId xmlns:a16="http://schemas.microsoft.com/office/drawing/2014/main" id="{5D7C6A76-4013-4919-E6B8-017767F089E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269" y="23915261"/>
            <a:ext cx="8909891" cy="4598485"/>
          </a:xfrm>
          <a:prstGeom prst="rect">
            <a:avLst/>
          </a:prstGeom>
        </p:spPr>
      </p:pic>
      <p:pic>
        <p:nvPicPr>
          <p:cNvPr id="51" name="Picture 5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009AB86-D48D-D6C8-5C5F-F2651912A8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414" y="30352500"/>
            <a:ext cx="9634607" cy="2737104"/>
          </a:xfrm>
          <a:prstGeom prst="rect">
            <a:avLst/>
          </a:prstGeom>
        </p:spPr>
      </p:pic>
      <p:pic>
        <p:nvPicPr>
          <p:cNvPr id="55" name="Picture 54" descr="A diagram of a type of diabetes&#10;&#10;AI-generated content may be incorrect.">
            <a:extLst>
              <a:ext uri="{FF2B5EF4-FFF2-40B4-BE49-F238E27FC236}">
                <a16:creationId xmlns:a16="http://schemas.microsoft.com/office/drawing/2014/main" id="{C0975168-F0B2-6C47-80F2-787701CFD77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2905" y="6905140"/>
            <a:ext cx="8048150" cy="4255289"/>
          </a:xfrm>
          <a:prstGeom prst="rect">
            <a:avLst/>
          </a:prstGeom>
        </p:spPr>
      </p:pic>
      <p:pic>
        <p:nvPicPr>
          <p:cNvPr id="57" name="Picture 56" descr="A screenshot of a table&#10;&#10;AI-generated content may be incorrect.">
            <a:extLst>
              <a:ext uri="{FF2B5EF4-FFF2-40B4-BE49-F238E27FC236}">
                <a16:creationId xmlns:a16="http://schemas.microsoft.com/office/drawing/2014/main" id="{77DD65DF-11BF-0C26-FA3E-4FF1493867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724" y="13388878"/>
            <a:ext cx="10104507" cy="1951480"/>
          </a:xfrm>
          <a:prstGeom prst="rect">
            <a:avLst/>
          </a:prstGeom>
        </p:spPr>
      </p:pic>
      <p:pic>
        <p:nvPicPr>
          <p:cNvPr id="59" name="Picture 58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669E4E84-2341-678F-B389-085E13F7BC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2500" y="16046016"/>
            <a:ext cx="5205205" cy="2342342"/>
          </a:xfrm>
          <a:prstGeom prst="rect">
            <a:avLst/>
          </a:prstGeom>
        </p:spPr>
      </p:pic>
      <p:pic>
        <p:nvPicPr>
          <p:cNvPr id="61" name="Picture 60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DAD5344-5749-6009-6D4C-1B947035AFA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7569" y="16043093"/>
            <a:ext cx="6261982" cy="1951481"/>
          </a:xfrm>
          <a:prstGeom prst="rect">
            <a:avLst/>
          </a:prstGeom>
        </p:spPr>
      </p:pic>
      <p:pic>
        <p:nvPicPr>
          <p:cNvPr id="63" name="Picture 62" descr="A rectangular sign with black text&#10;&#10;AI-generated content may be incorrect.">
            <a:extLst>
              <a:ext uri="{FF2B5EF4-FFF2-40B4-BE49-F238E27FC236}">
                <a16:creationId xmlns:a16="http://schemas.microsoft.com/office/drawing/2014/main" id="{4E45B115-5CD5-A983-2E91-C8E40CD81E8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5234" y="18843519"/>
            <a:ext cx="8467808" cy="1205381"/>
          </a:xfrm>
          <a:prstGeom prst="rect">
            <a:avLst/>
          </a:prstGeom>
        </p:spPr>
      </p:pic>
      <p:pic>
        <p:nvPicPr>
          <p:cNvPr id="516" name="Picture 515" descr="A diagram of a positive and negative examples&#10;&#10;AI-generated content may be incorrect.">
            <a:extLst>
              <a:ext uri="{FF2B5EF4-FFF2-40B4-BE49-F238E27FC236}">
                <a16:creationId xmlns:a16="http://schemas.microsoft.com/office/drawing/2014/main" id="{A553C791-0290-0C33-922D-D4A2C393DE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281" y="35213559"/>
            <a:ext cx="11791159" cy="5285214"/>
          </a:xfrm>
          <a:prstGeom prst="rect">
            <a:avLst/>
          </a:prstGeom>
        </p:spPr>
      </p:pic>
      <p:sp>
        <p:nvSpPr>
          <p:cNvPr id="517" name="TextBox 516">
            <a:extLst>
              <a:ext uri="{FF2B5EF4-FFF2-40B4-BE49-F238E27FC236}">
                <a16:creationId xmlns:a16="http://schemas.microsoft.com/office/drawing/2014/main" id="{41774BC0-7FD1-D333-2191-ABA8FDD2A5E6}"/>
              </a:ext>
            </a:extLst>
          </p:cNvPr>
          <p:cNvSpPr txBox="1"/>
          <p:nvPr/>
        </p:nvSpPr>
        <p:spPr>
          <a:xfrm>
            <a:off x="1208710" y="33957388"/>
            <a:ext cx="12579436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r>
              <a:rPr lang="en-US" sz="2000" dirty="0">
                <a:latin typeface="Libre Baskerville" panose="02000000000000000000" pitchFamily="2" charset="0"/>
              </a:rPr>
              <a:t>Contrastive Retrieval Augmented In Context Learning : C-RAIL </a:t>
            </a: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25D3D2DC-E613-8CA1-604C-DDF2E8C04ED1}"/>
              </a:ext>
            </a:extLst>
          </p:cNvPr>
          <p:cNvSpPr txBox="1"/>
          <p:nvPr/>
        </p:nvSpPr>
        <p:spPr>
          <a:xfrm>
            <a:off x="1063994" y="29485100"/>
            <a:ext cx="12579436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r>
              <a:rPr lang="en-US" sz="2000" dirty="0">
                <a:latin typeface="Libre Baskerville" panose="02000000000000000000" pitchFamily="2" charset="0"/>
              </a:rPr>
              <a:t>Problems with Retrieval Augmented In Context Learning </a:t>
            </a: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BB46B1ED-36FA-6244-B0C3-3D6BFA63D593}"/>
              </a:ext>
            </a:extLst>
          </p:cNvPr>
          <p:cNvSpPr txBox="1"/>
          <p:nvPr/>
        </p:nvSpPr>
        <p:spPr>
          <a:xfrm>
            <a:off x="1222448" y="22755321"/>
            <a:ext cx="12579436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r>
              <a:rPr lang="en-US" sz="2000" dirty="0">
                <a:latin typeface="Libre Baskerville" panose="02000000000000000000" pitchFamily="2" charset="0"/>
              </a:rPr>
              <a:t>Retrieval Augmented In Context Learning : RAIL </a:t>
            </a: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84732C02-C8C9-1DDE-6E0A-C4AF7570FBCA}"/>
              </a:ext>
            </a:extLst>
          </p:cNvPr>
          <p:cNvSpPr txBox="1"/>
          <p:nvPr/>
        </p:nvSpPr>
        <p:spPr>
          <a:xfrm>
            <a:off x="15420671" y="12349448"/>
            <a:ext cx="12511939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kern="1200" smtId="4294967295"/>
            </a:defPPr>
          </a:lstStyle>
          <a:p>
            <a:r>
              <a:rPr lang="en-US" sz="2000" dirty="0">
                <a:latin typeface="Libre Baskerville" panose="02000000000000000000" pitchFamily="2" charset="0"/>
              </a:rPr>
              <a:t>Standardizing Feature Vectors for Similarity Computation</a:t>
            </a:r>
          </a:p>
        </p:txBody>
      </p:sp>
      <p:pic>
        <p:nvPicPr>
          <p:cNvPr id="522" name="Picture 521" descr="A black and white text&#10;&#10;AI-generated content may be incorrect.">
            <a:extLst>
              <a:ext uri="{FF2B5EF4-FFF2-40B4-BE49-F238E27FC236}">
                <a16:creationId xmlns:a16="http://schemas.microsoft.com/office/drawing/2014/main" id="{88186C3F-1CD6-C475-7AFC-7C7597C947D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6259" y="23495177"/>
            <a:ext cx="8947435" cy="1474669"/>
          </a:xfrm>
          <a:prstGeom prst="rect">
            <a:avLst/>
          </a:prstGeom>
        </p:spPr>
      </p:pic>
      <p:pic>
        <p:nvPicPr>
          <p:cNvPr id="524" name="Picture 523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4F91CF79-CEFD-C8BA-CB8B-857AB3AA367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9822" y="26465558"/>
            <a:ext cx="3846245" cy="3089723"/>
          </a:xfrm>
          <a:prstGeom prst="rect">
            <a:avLst/>
          </a:prstGeom>
        </p:spPr>
      </p:pic>
      <p:pic>
        <p:nvPicPr>
          <p:cNvPr id="526" name="Picture 52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1A5461C-DAD3-6DF1-1D1C-3E3F3BFC59E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1936" y="26986681"/>
            <a:ext cx="4877669" cy="1737252"/>
          </a:xfrm>
          <a:prstGeom prst="rect">
            <a:avLst/>
          </a:prstGeom>
        </p:spPr>
      </p:pic>
      <p:pic>
        <p:nvPicPr>
          <p:cNvPr id="528" name="Picture 527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6CD85995-EDBA-9AA0-D287-2517A8C62EB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7787" y="33121662"/>
            <a:ext cx="7772400" cy="2576383"/>
          </a:xfrm>
          <a:prstGeom prst="rect">
            <a:avLst/>
          </a:prstGeom>
        </p:spPr>
      </p:pic>
      <p:pic>
        <p:nvPicPr>
          <p:cNvPr id="537" name="Picture 2" descr="Scottish High International School | Gurugram">
            <a:extLst>
              <a:ext uri="{FF2B5EF4-FFF2-40B4-BE49-F238E27FC236}">
                <a16:creationId xmlns:a16="http://schemas.microsoft.com/office/drawing/2014/main" id="{C75E0F22-75D6-CBBD-646F-B1E4C2A1D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67" y="1232335"/>
            <a:ext cx="1975842" cy="197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8" name="Picture 8" descr="Personal Website">
            <a:extLst>
              <a:ext uri="{FF2B5EF4-FFF2-40B4-BE49-F238E27FC236}">
                <a16:creationId xmlns:a16="http://schemas.microsoft.com/office/drawing/2014/main" id="{21D2CAFC-74D7-7334-EA16-8EFFF0B84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1630" y="1207175"/>
            <a:ext cx="1975842" cy="189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1" name="Picture 540" descr="A screenshot of a medical test&#10;&#10;AI-generated content may be incorrect.">
            <a:extLst>
              <a:ext uri="{FF2B5EF4-FFF2-40B4-BE49-F238E27FC236}">
                <a16:creationId xmlns:a16="http://schemas.microsoft.com/office/drawing/2014/main" id="{8DAE8165-2C57-03A7-0E3D-F3B9C0A7266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6056" y="6606298"/>
            <a:ext cx="4553495" cy="4816701"/>
          </a:xfrm>
          <a:prstGeom prst="rect">
            <a:avLst/>
          </a:prstGeom>
        </p:spPr>
      </p:pic>
      <p:pic>
        <p:nvPicPr>
          <p:cNvPr id="543" name="Picture 542">
            <a:extLst>
              <a:ext uri="{FF2B5EF4-FFF2-40B4-BE49-F238E27FC236}">
                <a16:creationId xmlns:a16="http://schemas.microsoft.com/office/drawing/2014/main" id="{F280F15A-B5A0-9A72-E0E2-1E7B989C62E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1031" y="11419681"/>
            <a:ext cx="3648724" cy="348634"/>
          </a:xfrm>
          <a:prstGeom prst="rect">
            <a:avLst/>
          </a:prstGeom>
        </p:spPr>
      </p:pic>
      <p:pic>
        <p:nvPicPr>
          <p:cNvPr id="545" name="Picture 54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B14CE12-BC29-AF33-EE11-84D55014250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0671" y="30817970"/>
            <a:ext cx="3620933" cy="1785858"/>
          </a:xfrm>
          <a:prstGeom prst="rect">
            <a:avLst/>
          </a:prstGeom>
        </p:spPr>
      </p:pic>
      <p:pic>
        <p:nvPicPr>
          <p:cNvPr id="558" name="Picture 557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9AFC77C3-1685-89CD-BB9C-98F1F3977A7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326" y="32774330"/>
            <a:ext cx="4020121" cy="2766226"/>
          </a:xfrm>
          <a:prstGeom prst="rect">
            <a:avLst/>
          </a:prstGeom>
        </p:spPr>
      </p:pic>
      <p:pic>
        <p:nvPicPr>
          <p:cNvPr id="565" name="Picture 56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057C035-49A9-C868-2826-2991BFC8D14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5725" y="37331169"/>
            <a:ext cx="10409307" cy="4280827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6.09.30"/>
  <p:tag name="AS_TITLE" val="Aspose.Slides for .NET 4.0"/>
  <p:tag name="AS_VERSION" val="16.9.0.0"/>
  <p:tag name="MAKESIGNSTEMPLATE" val="persuadingsapphire|09-2018"/>
</p:tagLst>
</file>

<file path=ppt/theme/theme1.xml><?xml version="1.0" encoding="utf-8"?>
<a:theme xmlns:a="http://schemas.openxmlformats.org/drawingml/2006/main" name="Blank Presentatio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Blank Presentatio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9021</TotalTime>
  <Words>97</Words>
  <Application>Microsoft Macintosh PowerPoint</Application>
  <PresentationFormat>Custom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Montserrat Light</vt:lpstr>
      <vt:lpstr>Times New Roman</vt:lpstr>
      <vt:lpstr>Libre Baskerville</vt:lpstr>
      <vt:lpstr>Blank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to make a scientific poster</dc:title>
  <dc:subject>Free Poster Presentation Example</dc:subject>
  <dc:creator/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/>
  <cp:revision>366</cp:revision>
  <cp:lastPrinted>2025-11-10T13:32:49Z</cp:lastPrinted>
  <dcterms:modified xsi:type="dcterms:W3CDTF">2025-11-10T13:33:50Z</dcterms:modified>
  <cp:category>templates for scientific poster</cp:category>
</cp:coreProperties>
</file>